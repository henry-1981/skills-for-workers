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433155" y="457200"/>
            <a:ext cx="1092845" cy="8191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3366068" y="3314040"/>
            <a:ext cx="11544760" cy="2386488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거침없는진정성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3391752" y="6257153"/>
            <a:ext cx="11530180" cy="715807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VOKE의 핵심 가치 '거침없는 진정성'은 MZ세대(25-35)가브랜드에 요구하는 유일한 자격증이다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14324662" y="7226428"/>
            <a:ext cx="1317845" cy="2719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VALUE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24000" y="9363075"/>
            <a:ext cx="846832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VOKE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433155" y="457200"/>
            <a:ext cx="1092845" cy="8191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7680424" y="2329904"/>
            <a:ext cx="2927152" cy="59144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5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채널 집중 전략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7244209" y="3435697"/>
            <a:ext cx="1147316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01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2581275" y="3997672"/>
            <a:ext cx="5695950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📸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2581275" y="5140672"/>
            <a:ext cx="5695950" cy="533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INSTAGRAM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581275" y="5902672"/>
            <a:ext cx="5695950" cy="381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체류시간 #1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581275" y="6512272"/>
            <a:ext cx="5695950" cy="825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비주얼 중심 브랜드 스토리텔링.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릴스 + 피드 + 스토리로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브랜드 세계관 구축.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14673709" y="3435697"/>
            <a:ext cx="1147316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02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0010775" y="3997672"/>
            <a:ext cx="5695950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10010775" y="5140672"/>
            <a:ext cx="5695950" cy="533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YOUTUBE SHORTS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10010775" y="5902672"/>
            <a:ext cx="5695950" cy="381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체류시간 #2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10775" y="6512272"/>
            <a:ext cx="5695950" cy="825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60초 이하 임팩트 영상.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알고리즘이 밀어주는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신규 도달 채널.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인스타그램 + 유튜브 쇼츠 — MZ의 체류 시간이 가장 긴 두 채널에 집중한다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090404" y="571500"/>
            <a:ext cx="1340346" cy="228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INFLUENCERS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0523" y="-285750"/>
            <a:ext cx="5717977" cy="4572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6000" dirty="0"/>
          </a:p>
        </p:txBody>
      </p:sp>
      <p:sp>
        <p:nvSpPr>
          <p:cNvPr id="6" name="Text 3"/>
          <p:cNvSpPr/>
          <p:nvPr/>
        </p:nvSpPr>
        <p:spPr>
          <a:xfrm>
            <a:off x="1228293" y="1751619"/>
            <a:ext cx="3756551" cy="28867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CF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STRATEGY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1237269" y="2094401"/>
            <a:ext cx="3794340" cy="173181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사람이먼저말한다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1285032" y="3918409"/>
            <a:ext cx="3773174" cy="92350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브랜드 광고가 아닌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진짜 사람의 언어로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신뢰를 쌓는다.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6616805" y="2532165"/>
            <a:ext cx="4326588" cy="250859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PARTNERSHIP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6600635" y="2875031"/>
            <a:ext cx="4337971" cy="10660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인플루언서20명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82606" y="4071195"/>
            <a:ext cx="4339297" cy="116100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매크로 1명보다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마이크로 20명.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밀도 높은 커뮤니티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침투 전략.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3195472" y="5188218"/>
            <a:ext cx="3946475" cy="27304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SELECTION RULE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172095" y="5531043"/>
            <a:ext cx="3962670" cy="104618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진정성우선</a:t>
            </a:r>
            <a:endParaRPr lang="en-US" sz="3450" dirty="0"/>
          </a:p>
        </p:txBody>
      </p:sp>
      <p:sp>
        <p:nvSpPr>
          <p:cNvPr id="14" name="Text 11"/>
          <p:cNvSpPr/>
          <p:nvPr/>
        </p:nvSpPr>
        <p:spPr>
          <a:xfrm>
            <a:off x="3145054" y="6685101"/>
            <a:ext cx="3965537" cy="11830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팔로워 수가 아니라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실제 커뮤니티 밀도와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VOKE 결 맞음으로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선발한다.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인플루언서 20명 파트너십 — 브랜드가 아니라 사람이 먼저 말한다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433155" y="457200"/>
            <a:ext cx="1092845" cy="8191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6660803" y="2581870"/>
            <a:ext cx="4966395" cy="6704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서울 팝업스토어 3곳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628775" y="3795266"/>
            <a:ext cx="933450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POPUP 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762125" y="4290566"/>
            <a:ext cx="1143595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F5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609725" y="5395466"/>
            <a:ext cx="409575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성수동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609725" y="6336506"/>
            <a:ext cx="4095750" cy="825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MZ 밀집 힙 클러스터.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브랜드 첫인상을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물리적으로 각인.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7115175" y="3795266"/>
            <a:ext cx="933450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POPUP 02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248525" y="4290566"/>
            <a:ext cx="1143595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F5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7096125" y="5395466"/>
            <a:ext cx="409575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홍대입구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7096125" y="6336506"/>
            <a:ext cx="4095750" cy="825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2030 주거 밀집 상권.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일상 접점에서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자연스러운 노출.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2601575" y="3795266"/>
            <a:ext cx="933450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POPUP 03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734925" y="4290566"/>
            <a:ext cx="1143595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F5F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12582525" y="5395466"/>
            <a:ext cx="409575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강남역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12582525" y="6336506"/>
            <a:ext cx="4095750" cy="825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유동인구 최고.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인플루언서 콘텐츠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촬영 허브 역할.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서울 팝업스토어 3곳 — 디지털 브랜드가 물리적 경험을 만들 때 기억이 된다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-285750" y="-285750"/>
            <a:ext cx="4065984" cy="6096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0" dirty="0"/>
          </a:p>
        </p:txBody>
      </p:sp>
      <p:sp>
        <p:nvSpPr>
          <p:cNvPr id="5" name="Text 2"/>
          <p:cNvSpPr/>
          <p:nvPr/>
        </p:nvSpPr>
        <p:spPr>
          <a:xfrm>
            <a:off x="762000" y="1143000"/>
            <a:ext cx="3429000" cy="2105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5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9500" dirty="0"/>
          </a:p>
        </p:txBody>
      </p:sp>
      <p:sp>
        <p:nvSpPr>
          <p:cNvPr id="6" name="Text 3"/>
          <p:cNvSpPr/>
          <p:nvPr/>
        </p:nvSpPr>
        <p:spPr>
          <a:xfrm>
            <a:off x="762000" y="3171825"/>
            <a:ext cx="3429000" cy="8858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WEEKS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62000" y="4248150"/>
            <a:ext cx="3429000" cy="670322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속도가 곧 에너지.질질 끌면 진정성이 식는다.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53525" y="1443930"/>
            <a:ext cx="1181249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W1-2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68199" y="1362075"/>
            <a:ext cx="6067276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PREPARATION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068199" y="1754386"/>
            <a:ext cx="6067276" cy="228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인플루언서 계약 · 팝업 장소 확정 · 콘텐츠 기획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53525" y="2883991"/>
            <a:ext cx="1181249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W3-4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1068199" y="2802136"/>
            <a:ext cx="6067276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PRE-LAUNCH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068199" y="3194447"/>
            <a:ext cx="6067276" cy="228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인플루언서 티저 · SNS 채널 활성화 · 화제성 선점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410831" y="2535436"/>
            <a:ext cx="762744" cy="200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9153525" y="4324052"/>
            <a:ext cx="1181249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W5-6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1068199" y="4242197"/>
            <a:ext cx="6067276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LAUNCH WEEK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1068199" y="4634508"/>
            <a:ext cx="6067276" cy="228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팝업스토어 오픈 · 전채널 동시 풀가동 · 실시간 반응 모니터링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53525" y="5764113"/>
            <a:ext cx="1181249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W7-8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11068199" y="5682258"/>
            <a:ext cx="6067276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AMPLIFY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1068199" y="6074569"/>
            <a:ext cx="6067276" cy="228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바이럴 콘텐츠 추가 발행 · KPI 측정 · 다음 단계 전환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론칭 타임라인 8주 — 속도가 곧 에너지, 질질 끌면 진정성이 식는다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762000" y="2324249"/>
            <a:ext cx="9391650" cy="17811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6500" dirty="0"/>
          </a:p>
        </p:txBody>
      </p:sp>
      <p:sp>
        <p:nvSpPr>
          <p:cNvPr id="5" name="Text 2"/>
          <p:cNvSpPr/>
          <p:nvPr/>
        </p:nvSpPr>
        <p:spPr>
          <a:xfrm>
            <a:off x="762000" y="4372124"/>
            <a:ext cx="9391650" cy="8001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DIGITAL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62000" y="5438924"/>
            <a:ext cx="9391650" cy="100548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MZ 도달의 핵심.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인스타그램 + 유튜브 쇼츠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+ 인플루언서 콘텐츠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57300" y="7054007"/>
            <a:ext cx="859155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광범위한 인지도 확산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257300" y="7356872"/>
            <a:ext cx="859155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알고리즘 기반 바이럴 증폭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57300" y="7659737"/>
            <a:ext cx="859155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저비용 고효율 도달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1658600" y="2324249"/>
            <a:ext cx="5943600" cy="17811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500" dirty="0"/>
          </a:p>
        </p:txBody>
      </p:sp>
      <p:sp>
        <p:nvSpPr>
          <p:cNvPr id="11" name="Text 8"/>
          <p:cNvSpPr/>
          <p:nvPr/>
        </p:nvSpPr>
        <p:spPr>
          <a:xfrm>
            <a:off x="11658600" y="4372124"/>
            <a:ext cx="5943600" cy="8001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CC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OFFLINE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1658600" y="5438924"/>
            <a:ext cx="5943600" cy="1005483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기억 각인의 핵심.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팝업스토어 3곳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+ 체험형 이벤트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153900" y="7054007"/>
            <a:ext cx="514350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신체 감각으로 남는 기억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2153900" y="7356872"/>
            <a:ext cx="514350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SNS 자발 확산 콘텐츠 생성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12153900" y="7659737"/>
            <a:ext cx="5143500" cy="22666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브랜드 세계관 물리적 구현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986242" y="4881563"/>
            <a:ext cx="315516" cy="523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디지털 60% / 오프라인 40% — MZ 도달은 디지털, 기억 각인은 오프라인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95300"/>
            <a:ext cx="4147840" cy="247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VOKE BRAND STRATEGY — TOPIC 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762000" y="1143000"/>
            <a:ext cx="6477000" cy="8191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TARGET KPI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40%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브랜드 인지도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72500" y="2081361"/>
            <a:ext cx="8953500" cy="113913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9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성공의유일한 기준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8572500" y="3563392"/>
            <a:ext cx="8953500" cy="5485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매출이 아니다. 팔로워가 아니다.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브랜드 인지도 40% — 이것 하나만 본다.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24925" y="4885283"/>
            <a:ext cx="1333500" cy="571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10839450" y="4883497"/>
            <a:ext cx="6334125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브랜드 인지도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39450" y="5245447"/>
            <a:ext cx="6334125" cy="2132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MZ세대(25-35) 타깃 인지도 달성 목표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24925" y="6355854"/>
            <a:ext cx="1333500" cy="571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8W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10839450" y="6354068"/>
            <a:ext cx="6334125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측정 시점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839450" y="6716018"/>
            <a:ext cx="6334125" cy="2132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론칭 8주 후 설문 + 소셜 리스닝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39200" y="7662714"/>
            <a:ext cx="8420100" cy="581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CF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▶ 이것이 성공의 유일한 기준이다.</a:t>
            </a:r>
            <a:endParaRPr lang="en-US" sz="1275" dirty="0"/>
          </a:p>
          <a:p>
            <a:pPr algn="l" indent="0" marL="0">
              <a:buNone/>
            </a:pPr>
            <a:r>
              <a:rPr lang="en-US" sz="1275" b="1" dirty="0">
                <a:solidFill>
                  <a:srgbClr val="CCFF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다른 지표는 참고용일 뿐.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762000" y="9801225"/>
            <a:ext cx="16764000" cy="2952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KPI 브랜드 인지도 40% 달성 — 이것이 성공의 유일한 기준이다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2026-03-13T05:28:31Z</dcterms:created>
  <dcterms:modified xsi:type="dcterms:W3CDTF">2026-03-13T05:28:31Z</dcterms:modified>
</cp:coreProperties>
</file>