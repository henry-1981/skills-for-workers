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3281363"/>
            <a:ext cx="15240000" cy="1905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12%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1524000" y="5491163"/>
            <a:ext cx="6667500" cy="8001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매출 전년 대비 12% 성장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그러나 채널별 명암이 극명하다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524000" y="9248775"/>
            <a:ext cx="15240000" cy="1809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매출 실적 보고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3989040"/>
            <a:ext cx="15240000" cy="5942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온라인이 전체 성장을 견인했다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524000" y="5264348"/>
            <a:ext cx="1143000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48000" y="5154811"/>
            <a:ext cx="1163568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+35%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성장의 핵심 동력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24000" y="5950148"/>
            <a:ext cx="1143000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0" y="5840611"/>
            <a:ext cx="5394871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4027289"/>
            <a:ext cx="7239000" cy="1089422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오프라인은제자리걸음이다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24000" y="5345311"/>
            <a:ext cx="7239000" cy="914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온라인이 올라간 만큼오프라인의 정체가 더 도드라진다.다음 분기의 최대 리스크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25000" y="4062412"/>
            <a:ext cx="7239000" cy="4191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+35%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525000" y="4557713"/>
            <a:ext cx="7239000" cy="200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0" y="5529263"/>
            <a:ext cx="7239000" cy="4191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±0%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525000" y="6024563"/>
            <a:ext cx="7239000" cy="200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보합 — 성장 부재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3697784"/>
            <a:ext cx="15240000" cy="54471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신제품이 예상 밖 기여를 했다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24000" y="4699695"/>
            <a:ext cx="2743200" cy="762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신제품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67200" y="4699695"/>
            <a:ext cx="12496800" cy="762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기존 제품군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24000" y="5918895"/>
            <a:ext cx="7620000" cy="670322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신제품 라인이 전체 매출의 18%를 기여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성장 포트폴리오의 핵심 축 확보 — 기존 제품군만으로는 12% 성장이 불가능했다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2722364"/>
            <a:ext cx="15240000" cy="54471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분기 15% — 오프라인 없이는 달성 불가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24000" y="4352925"/>
            <a:ext cx="1143000" cy="1752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12%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11536" y="6372225"/>
            <a:ext cx="5679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분기실적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38500" y="3590925"/>
            <a:ext cx="1143000" cy="2514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26036" y="6372225"/>
            <a:ext cx="5679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분기목표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3000" y="3590925"/>
            <a:ext cx="1143000" cy="2514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50%+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8915" y="6372225"/>
            <a:ext cx="791021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온라인만으로필요한 성장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24000" y="7229475"/>
            <a:ext cx="7620000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회복 없이 15% 달성은 비현실적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3140422"/>
            <a:ext cx="15240000" cy="5942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결정해야 할 것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905000" y="4725293"/>
            <a:ext cx="6667500" cy="9828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오프라인 회복 전략 확정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이번 주 내 의사결정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715500" y="4725293"/>
            <a:ext cx="6667500" cy="9828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02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신제품 2차 투자 승인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다음 분기 초 실행 착수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24000" y="6927354"/>
            <a:ext cx="15240000" cy="2190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가지 의사결정이 15% 목표의 80%를 좌우한다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2026-03-13T05:19:23Z</dcterms:created>
  <dcterms:modified xsi:type="dcterms:W3CDTF">2026-03-13T05:19:23Z</dcterms:modified>
</cp:coreProperties>
</file>