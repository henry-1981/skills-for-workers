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05000" y="1143000"/>
            <a:ext cx="11887200" cy="100578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목표를 넘었지만,이 숫자만 보면 안 된다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905000" y="4841528"/>
            <a:ext cx="8915400" cy="17145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12%</a:t>
            </a:r>
            <a:endParaRPr lang="en-US" sz="13500" dirty="0"/>
          </a:p>
        </p:txBody>
      </p:sp>
      <p:sp>
        <p:nvSpPr>
          <p:cNvPr id="5" name="Text 2"/>
          <p:cNvSpPr/>
          <p:nvPr/>
        </p:nvSpPr>
        <p:spPr>
          <a:xfrm>
            <a:off x="1905000" y="6708428"/>
            <a:ext cx="5715000" cy="6286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2분기 매출 전년 대비 12% 성장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채널별 명암이 극명하다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905000" y="9334500"/>
            <a:ext cx="8915400" cy="1905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2분기 매출 실적 보고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05000" y="1143000"/>
            <a:ext cx="14859000" cy="50289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온라인이 전체 성장을 견인했다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905000" y="2688878"/>
            <a:ext cx="952500" cy="1428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Online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276600" y="2493615"/>
            <a:ext cx="10593586" cy="533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+35%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6002000" y="2679353"/>
            <a:ext cx="762000" cy="1619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동력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1905000" y="3527078"/>
            <a:ext cx="952500" cy="1428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Total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276600" y="3331815"/>
            <a:ext cx="4884390" cy="533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002000" y="3517553"/>
            <a:ext cx="762000" cy="1619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실적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1905000" y="9324975"/>
            <a:ext cx="14859000" cy="2000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채널별 성장률 비교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05000" y="1143000"/>
            <a:ext cx="8915400" cy="50289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오프라인은 제자리걸음이다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905000" y="5299621"/>
            <a:ext cx="6853238" cy="15335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+35%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급증 — 성장의 핵심 동력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910763" y="5299621"/>
            <a:ext cx="6853238" cy="15335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±0%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보합 — 다음 분기의 최대 리스크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05000" y="1143000"/>
            <a:ext cx="14859000" cy="50289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신제품이 예상 밖 기여를 했다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905000" y="4732883"/>
            <a:ext cx="14859000" cy="1428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신제품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기존 제품군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905000" y="5256758"/>
            <a:ext cx="2674590" cy="6096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18%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9590" y="5256758"/>
            <a:ext cx="12184261" cy="6096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82%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905000" y="6247358"/>
            <a:ext cx="6667500" cy="6096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신제품 라인이 전체 매출의 18%를 기여 —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기존 제품군만으로는 12% 성장이 불가능했다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905000" y="9324975"/>
            <a:ext cx="14859000" cy="2000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매출 구성 비율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05000" y="1143000"/>
            <a:ext cx="14859000" cy="4572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다음 분기 15% — 오프라인 없이는 달성 불가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3657600" y="7010400"/>
            <a:ext cx="1143000" cy="19050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12%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63591" y="9067800"/>
            <a:ext cx="530870" cy="1428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이번 분기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121944" y="9363075"/>
            <a:ext cx="214313" cy="1619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실적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8763000" y="6438900"/>
            <a:ext cx="1143000" cy="24765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068991" y="9067800"/>
            <a:ext cx="530870" cy="1428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다음 분기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227344" y="9363075"/>
            <a:ext cx="214313" cy="1619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목표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13868400" y="5867400"/>
            <a:ext cx="1143000" cy="30480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50%+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4217848" y="9067800"/>
            <a:ext cx="443954" cy="1428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온라인만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4225588" y="9363075"/>
            <a:ext cx="428476" cy="1619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비현실적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05000" y="1143000"/>
            <a:ext cx="8915400" cy="54858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지금 결정해야 할 것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2286000" y="2958405"/>
            <a:ext cx="6515100" cy="96961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01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오프라인 회복 전략 확정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이번 주 내 의사결정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944100" y="2958405"/>
            <a:ext cx="6515100" cy="96961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02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신제품 2차 투자 승인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다음 분기 초 실행 착수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905000" y="9305925"/>
            <a:ext cx="14859000" cy="2190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두 가지 의사결정이 15% 목표의 80%를 좌우한다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2026-03-13T05:22:13Z</dcterms:created>
  <dcterms:modified xsi:type="dcterms:W3CDTF">2026-03-13T05:22:13Z</dcterms:modified>
</cp:coreProperties>
</file>